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6 — Options Pricing &amp; the Volatility Surface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Greeks, no-arbitrage, and SVI/SABR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Recall the Greeks, including vanna and volga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State the no-arbitrage constraints on the surface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Calibrate SVI and SABR to Coincall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Greeks &amp; the Surface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Black-Scholes and the Greek vector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Vanna, volga, and volatility risk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Calendar and butterfly arbitrage constraints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2: SVI &amp; SABR Calibration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Raw and arbitrage-free SVI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SVI by nonlinear least squares (autograd Jacobians)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SABR / Hagan expansion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2251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w(k)=a+b\big(\rho(k-m)+\sqrt{(k-m)^2+\varsigma^2}\big)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Raw SVI for total implied variance $w=\sigma^2 T$ in log-moneyness $k$. The hyperbola shape is chosen because it matches observed smiles with only 5 parameters and has closed-form slopes for the no-arbitrage checks.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\text{butterfly: } g(k)\ge 0,\qquad \text{calendar: } \partial_T w(k,T)\ge 0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These inequalities are exactly 'no free option-portfolio arbitrage': a negative $g(k)$ implies a negative risk-neutral density, and decreasing total variance in $T$ implies a calendar arbitrage. We enforce them so the fitted surface is tradeable.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Pull a full option chain with mark IV and Greeks per strike: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Chain:   GET /open/option/get/v1/{index}        (index = BTC/ETH underlying)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Detail:  GET /open/option/detail/v1/{symbol}    (mark, IV, delta/gamma/vega/theta/rho)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Symbols: GET /open/option/getInstruments/BTC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Offline: coincall_btc_options_chain_snapshots_2025Q4.parquet (5-min snapshots)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A baseline coincall_calibrated_svi_surfaces_2025Q4.parquet is provided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week6_bs_autograd.py -- Greeks via PyTorch autograd (no hand AD)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torch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bs_call(S, K, T, r, sig):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d1 = (torch.log(S/K) + (r + 0.5*sig**2)*T) / (sig*torch.sqrt(T))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d2 = d1 - sig*torch.sqrt(T)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N = torch.distributions.Normal(0., 1.).cdf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S*N(d1) - K*torch.exp(-r*T)*N(d2)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S,K,T,r,sig = [torch.tensor(x, requires_grad=True)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     for x in (100., 100., 1.0, 0.0, 0.6)]   # crypto IV ~ 60%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price = bs_call(S,K,T,r,sig)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vega,  = torch.autograd.grad(price, sig, create_graph=True)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vanna, = torch.autograd.grad(vega, S, create_graph=True)   # d vega / dS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volga, = torch.autograd.grad(vega, sig)                    # d vega / d sig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print(float(price), float(vega), float(vanna), float(volga))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Glossary — Key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Implied volatility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the volatility that matches the market option price under Black-Scholes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Volatility smile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implied volatility as a function of strike / moneyness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SVI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Stochastic Volatility Inspired parameterization of total variance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SABR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stochastic alpha-beta-rho model with the Hagan implied-vol expansion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Greeks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price sensitivities: delta, gamma, vega, theta, rho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Vanna / Volga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second-order Greeks: d vega / dS and d vega / d sigma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Calendar / butterfly arbitrage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no-arbitrage constraints the surface must satisfy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Gatheral (2006), Ch. 1-5; Gatheral-Jacquier (2014); Hagan et al. (2002)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