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10 — Advanced Avellaneda-Stoikov, Structured Products &amp; Finals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Extensions, the corporate view, and communicating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Learning objectives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1: Advanced Extensions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2 (Guest: Fenni Kang, Coincall): Structured Products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Illustration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Derivation &amp; rationale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Getting the data from Coincall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Code: week10_collar.py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Glossary of key terms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Reading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Implement one advanced Avellaneda-Stoikov extension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corporate structured products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Write and present a research-grade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Advanced Extensions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Multi-asset market making (BTC + ETH, correlated)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Adverse-selection-aware and signal-driven quoting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Robust optimization: worst-case inventory penalty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 (Guest: Fenni Kang, Coincall): Structured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Collars to fix a price band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Accumulators / decumulators for staged flow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Coupon / yield-enhancement products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How that flow lands on the market-maker's book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46253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\min_{\delta}\ \max_{\Sigma\in\mathcal{U}}\ \Big\{\text{spread P\&amp;L} - \tfrac12 q^{\mathsf T}\Sigma q\Big\}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Robust market making: we do not trust a single covariance estimate $\Sigma$, so we optimize against the WORST case over an uncertainty set $\mathcal{U}$. This widens quotes exactly where parameter risk is highest -- a principled cure for over-fitting the penalty matrix.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Multi-asset extension needs BTC and ETH chains together: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GET /open/option/get/v1/BTC   and   GET /open/option/get/v1/ETH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Correlation from perp klines (BTC vs ETH) over your backtest window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Reuse all Milestone-3 Parquet datasets; no new sources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week10_collar.py -- structured-product payoff (collar)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numpy as np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collar_payoff(S, spot=100.0, put_K=90.0, call_K=110.0):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"""Long underlying + long put(put_K) + short call(call_K): a fixed band."""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(S - spot) + np.maximum(put_K - S, 0.0) - np.maximum(S - call_K, 0.0)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 = np.linspace(60, 140, 9)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print(dict(zip(S.round(0), collar_payoff(S).round(1))))   # capped above, floored below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Multi-asset market making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jointly quoting correlated underlyings (e.g., BTC and ETH)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Robust optimization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optimizing against the worst case over an uncertainty set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Adverse-selection-aware quoting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skewing quotes using order-flow signals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Collar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long put + short call that fixes a price band around a holding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Accumulator / decumulator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products for staged accumulation or liquidation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Coupon product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yield-enhancement structured note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Structured product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packaged derivative payoff sold to clients or corporates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Gueant (2016) [chosen extension]; El Aoud-Abergel (2015); +1 paper of your choice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Gueant, O. (2016). The Financial Mathematics of Market Liquidity. Chapman &amp; Hall/CRC.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El Aoud, S., &amp; Abergel, F. (2015). A stochastic control approach to option market making. Market Microstructure and Liquidity, 1(1), 1550006.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Plus one paper of your choice relevant to the chosen extension.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